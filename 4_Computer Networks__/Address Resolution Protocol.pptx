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1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11/23/2023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11/23/2023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11/23/2023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11/23/2023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11/23/2023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11/23/2023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11/23/2023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11/23/2023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11/23/2023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11/23/2023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11/23/2023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11/23/2023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95076" y="1774096"/>
            <a:ext cx="4494998" cy="330980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400" spc="0" dirty="0"/>
              <a:t>Address Resolution Protocol (ARP)</a:t>
            </a:r>
            <a:endParaRPr lang="en-IN" sz="2400" spc="0" dirty="0"/>
          </a:p>
        </p:txBody>
      </p:sp>
      <p:pic>
        <p:nvPicPr>
          <p:cNvPr id="1026" name="Picture 2" descr="Global computer Network on abstract background | Stock image | Colourbox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8" r="20358"/>
          <a:stretch>
            <a:fillRect/>
          </a:stretch>
        </p:blipFill>
        <p:spPr bwMode="auto">
          <a:xfrm>
            <a:off x="6095999" y="0"/>
            <a:ext cx="610209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8432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rcel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301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Address Resolution Protocol (ARP)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 Resolution Protocol (ARP)</dc:title>
  <dc:creator>Sweet Home</dc:creator>
  <cp:lastModifiedBy>Sweet Home</cp:lastModifiedBy>
  <cp:revision>2</cp:revision>
  <dcterms:created xsi:type="dcterms:W3CDTF">2023-11-23T10:38:35Z</dcterms:created>
  <dcterms:modified xsi:type="dcterms:W3CDTF">2023-11-23T15:39:37Z</dcterms:modified>
</cp:coreProperties>
</file>