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990"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C00F4EF-F299-46B6-ADB5-75E9B20BCCB5}" type="datetimeFigureOut">
              <a:rPr lang="en-IN" smtClean="0"/>
              <a:t>22-11-2023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51625967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00F4EF-F299-46B6-ADB5-75E9B20BCCB5}" type="datetimeFigureOut">
              <a:rPr lang="en-IN" smtClean="0"/>
              <a:t>22-11-2023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01843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6C00F4EF-F299-46B6-ADB5-75E9B20BCCB5}" type="datetimeFigureOut">
              <a:rPr lang="en-IN" smtClean="0"/>
              <a:t>22-11-2023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27194530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6C00F4EF-F299-46B6-ADB5-75E9B20BCCB5}" type="datetimeFigureOut">
              <a:rPr lang="en-IN" smtClean="0"/>
              <a:t>22-11-2023</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431728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6C00F4EF-F299-46B6-ADB5-75E9B20BCCB5}" type="datetimeFigureOut">
              <a:rPr lang="en-IN" smtClean="0"/>
              <a:t>22-11-2023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6608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00F4EF-F299-46B6-ADB5-75E9B20BCCB5}" type="datetimeFigureOut">
              <a:rPr lang="en-IN" smtClean="0"/>
              <a:t>22-11-2023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94005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0F4EF-F299-46B6-ADB5-75E9B20BCCB5}" type="datetimeFigureOut">
              <a:rPr lang="en-IN" smtClean="0"/>
              <a:t>22-11-2023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289335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6C00F4EF-F299-46B6-ADB5-75E9B20BCCB5}" type="datetimeFigureOut">
              <a:rPr lang="en-IN" smtClean="0"/>
              <a:t>22-11-2023</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033592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6C00F4EF-F299-46B6-ADB5-75E9B20BCCB5}" type="datetimeFigureOut">
              <a:rPr lang="en-IN" smtClean="0"/>
              <a:t>22-11-2023</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424602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0F4EF-F299-46B6-ADB5-75E9B20BCCB5}" type="datetimeFigureOut">
              <a:rPr lang="en-IN" smtClean="0"/>
              <a:t>22-11-2023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118266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0F4EF-F299-46B6-ADB5-75E9B20BCCB5}" type="datetimeFigureOut">
              <a:rPr lang="en-IN" smtClean="0"/>
              <a:t>22-11-2023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50347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C00F4EF-F299-46B6-ADB5-75E9B20BCCB5}" type="datetimeFigureOut">
              <a:rPr lang="en-IN" smtClean="0"/>
              <a:t>22-11-2023</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C317D90-7CD1-48E3-99E2-47C596547C31}" type="slidenum">
              <a:rPr lang="en-IN" smtClean="0"/>
              <a:t>‹#›</a:t>
            </a:fld>
            <a:endParaRPr lang="en-IN"/>
          </a:p>
        </p:txBody>
      </p:sp>
    </p:spTree>
    <p:extLst>
      <p:ext uri="{BB962C8B-B14F-4D97-AF65-F5344CB8AC3E}">
        <p14:creationId xmlns:p14="http://schemas.microsoft.com/office/powerpoint/2010/main" val="38255277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4FC7-F2EB-85C1-AFF2-88A8C13092F1}"/>
              </a:ext>
            </a:extLst>
          </p:cNvPr>
          <p:cNvSpPr>
            <a:spLocks noGrp="1"/>
          </p:cNvSpPr>
          <p:nvPr>
            <p:ph type="ctrTitle"/>
          </p:nvPr>
        </p:nvSpPr>
        <p:spPr/>
        <p:txBody>
          <a:bodyPr/>
          <a:lstStyle/>
          <a:p>
            <a:r>
              <a:rPr lang="en-US" dirty="0"/>
              <a:t>Realtime </a:t>
            </a:r>
            <a:br>
              <a:rPr lang="en-US" dirty="0"/>
            </a:br>
            <a:r>
              <a:rPr lang="en-US" dirty="0"/>
              <a:t>Chat Application</a:t>
            </a:r>
            <a:endParaRPr lang="en-IN" dirty="0"/>
          </a:p>
        </p:txBody>
      </p:sp>
      <p:sp>
        <p:nvSpPr>
          <p:cNvPr id="5" name="Subtitle 4">
            <a:extLst>
              <a:ext uri="{FF2B5EF4-FFF2-40B4-BE49-F238E27FC236}">
                <a16:creationId xmlns:a16="http://schemas.microsoft.com/office/drawing/2014/main" id="{B748EB83-A321-50FA-F850-44164D27DC9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75168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1</a:t>
            </a:r>
            <a:br>
              <a:rPr lang="en-US" u="sng" dirty="0"/>
            </a:br>
            <a:br>
              <a:rPr lang="en-US" u="sng" dirty="0"/>
            </a:br>
            <a:r>
              <a:rPr lang="en-US" u="sng" dirty="0"/>
              <a:t>Contextualizing Problem</a:t>
            </a:r>
            <a:endParaRPr lang="en-IN" u="sng" dirty="0"/>
          </a:p>
        </p:txBody>
      </p:sp>
    </p:spTree>
    <p:extLst>
      <p:ext uri="{BB962C8B-B14F-4D97-AF65-F5344CB8AC3E}">
        <p14:creationId xmlns:p14="http://schemas.microsoft.com/office/powerpoint/2010/main" val="328948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p:txBody>
          <a:bodyPr/>
          <a:lstStyle/>
          <a:p>
            <a:r>
              <a:rPr lang="en-US" dirty="0"/>
              <a:t>What do WE already know?</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lstStyle/>
          <a:p>
            <a:pPr algn="l">
              <a:buFont typeface="Arial" panose="020B0604020202020204" pitchFamily="34" charset="0"/>
              <a:buChar char="•"/>
            </a:pPr>
            <a:r>
              <a:rPr lang="en-US" b="0" i="0" dirty="0">
                <a:effectLst/>
                <a:latin typeface="Söhne"/>
              </a:rPr>
              <a:t>Proficient in utilizing the MERN stack encompassing MongoDB, Express.js, React, and Node.js for full-stack development.</a:t>
            </a:r>
          </a:p>
          <a:p>
            <a:pPr algn="l">
              <a:buFont typeface="Arial" panose="020B0604020202020204" pitchFamily="34" charset="0"/>
              <a:buChar char="•"/>
            </a:pPr>
            <a:r>
              <a:rPr lang="en-US" b="0" i="0" dirty="0">
                <a:effectLst/>
                <a:latin typeface="Söhne"/>
              </a:rPr>
              <a:t>Proficiency in core web technologies including JavaScript, HTML, and CSS for frontend development.</a:t>
            </a:r>
          </a:p>
          <a:p>
            <a:pPr algn="l">
              <a:buFont typeface="Arial" panose="020B0604020202020204" pitchFamily="34" charset="0"/>
              <a:buChar char="•"/>
            </a:pPr>
            <a:r>
              <a:rPr lang="en-US" b="0" i="0" dirty="0">
                <a:effectLst/>
                <a:latin typeface="Söhne"/>
              </a:rPr>
              <a:t>Familiarity with the project scope involving specific functionalities such as point-to-point communication, custom messaging features, group and private chat options, and integration of multimedia elements like GIFs and stickers.</a:t>
            </a:r>
          </a:p>
        </p:txBody>
      </p:sp>
    </p:spTree>
    <p:extLst>
      <p:ext uri="{BB962C8B-B14F-4D97-AF65-F5344CB8AC3E}">
        <p14:creationId xmlns:p14="http://schemas.microsoft.com/office/powerpoint/2010/main" val="2799980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352EA-AC92-320F-AE96-BD1ECE93E4AC}"/>
              </a:ext>
            </a:extLst>
          </p:cNvPr>
          <p:cNvSpPr>
            <a:spLocks noGrp="1"/>
          </p:cNvSpPr>
          <p:nvPr>
            <p:ph type="title"/>
          </p:nvPr>
        </p:nvSpPr>
        <p:spPr/>
        <p:txBody>
          <a:bodyPr/>
          <a:lstStyle/>
          <a:p>
            <a:r>
              <a:rPr lang="en-US" dirty="0"/>
              <a:t>What is the exact issue?</a:t>
            </a:r>
            <a:endParaRPr lang="en-IN" dirty="0"/>
          </a:p>
        </p:txBody>
      </p:sp>
      <p:sp>
        <p:nvSpPr>
          <p:cNvPr id="3" name="Content Placeholder 2">
            <a:extLst>
              <a:ext uri="{FF2B5EF4-FFF2-40B4-BE49-F238E27FC236}">
                <a16:creationId xmlns:a16="http://schemas.microsoft.com/office/drawing/2014/main" id="{4D43E826-A4BD-C02F-78BB-49400E834216}"/>
              </a:ext>
            </a:extLst>
          </p:cNvPr>
          <p:cNvSpPr>
            <a:spLocks noGrp="1"/>
          </p:cNvSpPr>
          <p:nvPr>
            <p:ph idx="1"/>
          </p:nvPr>
        </p:nvSpPr>
        <p:spPr/>
        <p:txBody>
          <a:bodyPr/>
          <a:lstStyle/>
          <a:p>
            <a:r>
              <a:rPr lang="en-US" b="0" i="0" dirty="0">
                <a:solidFill>
                  <a:schemeClr val="tx1"/>
                </a:solidFill>
                <a:effectLst/>
                <a:latin typeface="Söhne"/>
              </a:rPr>
              <a:t>The exact issue here revolves around the need for an efficient and real-time communication platform tailored for intramural communication, particularly targeting professors and teachers. The lack of such a dedicated platform may hinder effective and immediate communication among these academic professionals.</a:t>
            </a:r>
            <a:endParaRPr lang="en-IN" dirty="0">
              <a:solidFill>
                <a:schemeClr val="tx1"/>
              </a:solidFill>
            </a:endParaRPr>
          </a:p>
        </p:txBody>
      </p:sp>
    </p:spTree>
    <p:extLst>
      <p:ext uri="{BB962C8B-B14F-4D97-AF65-F5344CB8AC3E}">
        <p14:creationId xmlns:p14="http://schemas.microsoft.com/office/powerpoint/2010/main" val="1265250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352EA-AC92-320F-AE96-BD1ECE93E4AC}"/>
              </a:ext>
            </a:extLst>
          </p:cNvPr>
          <p:cNvSpPr>
            <a:spLocks noGrp="1"/>
          </p:cNvSpPr>
          <p:nvPr>
            <p:ph type="title"/>
          </p:nvPr>
        </p:nvSpPr>
        <p:spPr/>
        <p:txBody>
          <a:bodyPr/>
          <a:lstStyle/>
          <a:p>
            <a:r>
              <a:rPr lang="en-US" dirty="0"/>
              <a:t>What is still known?</a:t>
            </a:r>
            <a:endParaRPr lang="en-IN" dirty="0"/>
          </a:p>
        </p:txBody>
      </p:sp>
      <p:sp>
        <p:nvSpPr>
          <p:cNvPr id="3" name="Content Placeholder 2">
            <a:extLst>
              <a:ext uri="{FF2B5EF4-FFF2-40B4-BE49-F238E27FC236}">
                <a16:creationId xmlns:a16="http://schemas.microsoft.com/office/drawing/2014/main" id="{4D43E826-A4BD-C02F-78BB-49400E834216}"/>
              </a:ext>
            </a:extLst>
          </p:cNvPr>
          <p:cNvSpPr>
            <a:spLocks noGrp="1"/>
          </p:cNvSpPr>
          <p:nvPr>
            <p:ph idx="1"/>
          </p:nvPr>
        </p:nvSpPr>
        <p:spPr/>
        <p:txBody>
          <a:bodyPr/>
          <a:lstStyle/>
          <a:p>
            <a:pPr algn="l">
              <a:buFont typeface="Arial" panose="020B0604020202020204" pitchFamily="34" charset="0"/>
              <a:buChar char="•"/>
            </a:pPr>
            <a:r>
              <a:rPr lang="en-US" b="0" i="0" dirty="0">
                <a:effectLst/>
                <a:latin typeface="Söhne"/>
              </a:rPr>
              <a:t>Comprehensive knowledge of the chosen technologies and frameworks that will be employed for the development process.</a:t>
            </a:r>
          </a:p>
          <a:p>
            <a:pPr algn="l">
              <a:buFont typeface="Arial" panose="020B0604020202020204" pitchFamily="34" charset="0"/>
              <a:buChar char="•"/>
            </a:pPr>
            <a:r>
              <a:rPr lang="en-US" b="0" i="0" dirty="0">
                <a:effectLst/>
                <a:latin typeface="Söhne"/>
              </a:rPr>
              <a:t>A clear understanding of the identified project scope, delineating the essential features and functionalities planned for implementation.</a:t>
            </a:r>
          </a:p>
        </p:txBody>
      </p:sp>
    </p:spTree>
    <p:extLst>
      <p:ext uri="{BB962C8B-B14F-4D97-AF65-F5344CB8AC3E}">
        <p14:creationId xmlns:p14="http://schemas.microsoft.com/office/powerpoint/2010/main" val="366589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352EA-AC92-320F-AE96-BD1ECE93E4AC}"/>
              </a:ext>
            </a:extLst>
          </p:cNvPr>
          <p:cNvSpPr>
            <a:spLocks noGrp="1"/>
          </p:cNvSpPr>
          <p:nvPr>
            <p:ph type="title"/>
          </p:nvPr>
        </p:nvSpPr>
        <p:spPr/>
        <p:txBody>
          <a:bodyPr/>
          <a:lstStyle/>
          <a:p>
            <a:r>
              <a:rPr lang="en-IN" dirty="0"/>
              <a:t>relevance of the problem</a:t>
            </a:r>
          </a:p>
        </p:txBody>
      </p:sp>
      <p:sp>
        <p:nvSpPr>
          <p:cNvPr id="3" name="Content Placeholder 2">
            <a:extLst>
              <a:ext uri="{FF2B5EF4-FFF2-40B4-BE49-F238E27FC236}">
                <a16:creationId xmlns:a16="http://schemas.microsoft.com/office/drawing/2014/main" id="{4D43E826-A4BD-C02F-78BB-49400E834216}"/>
              </a:ext>
            </a:extLst>
          </p:cNvPr>
          <p:cNvSpPr>
            <a:spLocks noGrp="1"/>
          </p:cNvSpPr>
          <p:nvPr>
            <p:ph idx="1"/>
          </p:nvPr>
        </p:nvSpPr>
        <p:spPr/>
        <p:txBody>
          <a:bodyPr/>
          <a:lstStyle/>
          <a:p>
            <a:pPr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Addressing the imperative need for immediate and secure communication channels among professors and teachers holds pivotal significance in fostering efficient educational collaboration and facilitating swift information dissemination within and potentially across colleges.</a:t>
            </a:r>
          </a:p>
        </p:txBody>
      </p:sp>
    </p:spTree>
    <p:extLst>
      <p:ext uri="{BB962C8B-B14F-4D97-AF65-F5344CB8AC3E}">
        <p14:creationId xmlns:p14="http://schemas.microsoft.com/office/powerpoint/2010/main" val="3247963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352EA-AC92-320F-AE96-BD1ECE93E4AC}"/>
              </a:ext>
            </a:extLst>
          </p:cNvPr>
          <p:cNvSpPr>
            <a:spLocks noGrp="1"/>
          </p:cNvSpPr>
          <p:nvPr>
            <p:ph type="title"/>
          </p:nvPr>
        </p:nvSpPr>
        <p:spPr/>
        <p:txBody>
          <a:bodyPr/>
          <a:lstStyle/>
          <a:p>
            <a:r>
              <a:rPr lang="en-IN" dirty="0"/>
              <a:t>OBJECTIVES OF THE project</a:t>
            </a:r>
          </a:p>
        </p:txBody>
      </p:sp>
      <p:sp>
        <p:nvSpPr>
          <p:cNvPr id="3" name="Content Placeholder 2">
            <a:extLst>
              <a:ext uri="{FF2B5EF4-FFF2-40B4-BE49-F238E27FC236}">
                <a16:creationId xmlns:a16="http://schemas.microsoft.com/office/drawing/2014/main" id="{4D43E826-A4BD-C02F-78BB-49400E834216}"/>
              </a:ext>
            </a:extLst>
          </p:cNvPr>
          <p:cNvSpPr>
            <a:spLocks noGrp="1"/>
          </p:cNvSpPr>
          <p:nvPr>
            <p:ph idx="1"/>
          </p:nvPr>
        </p:nvSpPr>
        <p:spPr/>
        <p:txBody>
          <a:bodyPr/>
          <a:lstStyle/>
          <a:p>
            <a:pPr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Develop a robust real-time chat application employing the MERN stack to ensure seamless communication.</a:t>
            </a:r>
          </a:p>
          <a:p>
            <a:pPr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Implement crucial functionalities including point-to-point communication, customizable messaging features, group and private chat capabilities, and integration of multimedia elements (e.g., GIFs, stickers).</a:t>
            </a:r>
          </a:p>
          <a:p>
            <a:pPr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Create an intuitive and responsive user interface to enable instant message delivery without significant latency, enhancing user engagement and collaboration.</a:t>
            </a:r>
          </a:p>
        </p:txBody>
      </p:sp>
    </p:spTree>
    <p:extLst>
      <p:ext uri="{BB962C8B-B14F-4D97-AF65-F5344CB8AC3E}">
        <p14:creationId xmlns:p14="http://schemas.microsoft.com/office/powerpoint/2010/main" val="16923015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67</TotalTime>
  <Words>289</Words>
  <Application>Microsoft Office PowerPoint</Application>
  <PresentationFormat>Widescreen</PresentationFormat>
  <Paragraphs>17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Gill Sans MT</vt:lpstr>
      <vt:lpstr>Söhne</vt:lpstr>
      <vt:lpstr>Parcel</vt:lpstr>
      <vt:lpstr>Realtime  Chat Application</vt:lpstr>
      <vt:lpstr>SECTION – 1  Contextualizing Problem</vt:lpstr>
      <vt:lpstr>What do WE already know?</vt:lpstr>
      <vt:lpstr>What is the exact issue?</vt:lpstr>
      <vt:lpstr>What is still known?</vt:lpstr>
      <vt:lpstr>relevance of the problem</vt:lpstr>
      <vt:lpstr>OBJECTIVES OF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Chat Application</dc:title>
  <dc:creator>Adityan Verma</dc:creator>
  <cp:lastModifiedBy>Adityan Verma</cp:lastModifiedBy>
  <cp:revision>1</cp:revision>
  <dcterms:created xsi:type="dcterms:W3CDTF">2023-11-22T17:47:52Z</dcterms:created>
  <dcterms:modified xsi:type="dcterms:W3CDTF">2023-11-22T18:55:38Z</dcterms:modified>
</cp:coreProperties>
</file>